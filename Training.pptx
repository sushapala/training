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1988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3410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1499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0832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269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6891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7118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4421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13947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5719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6989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55258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8890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164069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30629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10008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7737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46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TRAINING EFFECTIVENESS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Project — Build Guide &amp; Insights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3611880"/>
            <a:ext cx="2011680" cy="0"/>
          </a:xfrm>
          <a:prstGeom prst="line">
            <a:avLst/>
          </a:prstGeom>
          <a:noFill/>
          <a:ln w="38100">
            <a:solidFill>
              <a:srgbClr val="F0A2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5,000 employee training records  •  10 columns  •  CSV &amp; XLSX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/ Resume Project — Susha 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Dashboard Exists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training ROI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much employee skill scores improve after training, relative to program cost.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completion gaps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246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departments, regions, or programs have low completion or high drop-off.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L&amp;D investment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246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leadership which programs deliver the strongest learning gains and satisfaction.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16459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5554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55548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 BI skills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555480" y="324612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end-to-end capability: data modeling, DAX, calculated columns, and storytelling.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solidFill>
            <a:srgbClr val="E4F2F1"/>
          </a:solidFill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“Are our training programs actually improving employee performance, and is the spend justified?”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— 10 Columns, 5,000 Rows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863840" cy="472744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employee identifier (EMP10001–EMP15000)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Sales, IT, HR, Finance, Operations, Marketing, Support, R&amp;D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North, South, East, West, Central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TrainingProgram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 10 training courses offered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employee enrolled (2024–2025)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/ In Progress / Dropped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PreTrainingScore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score before training (0–100)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PostTrainingScore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after training (blank if not completed)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TrainingCost_INR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training per employee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Post-training feedback score (1–5)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417320"/>
            <a:ext cx="2971800" cy="4892040"/>
          </a:xfrm>
          <a:prstGeom prst="roundRect">
            <a:avLst>
              <a:gd name="adj" fmla="val 3077"/>
            </a:avLst>
          </a:prstGeom>
          <a:solidFill>
            <a:srgbClr val="015864"/>
          </a:solidFill>
          <a:ln/>
        </p:spPr>
      </p:sp>
      <p:sp>
        <p:nvSpPr>
          <p:cNvPr id="6" name="Text 3"/>
          <p:cNvSpPr/>
          <p:nvPr/>
        </p:nvSpPr>
        <p:spPr>
          <a:xfrm>
            <a:off x="89154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15400" y="2103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915400" y="2487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915400" y="28163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91540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915400" y="352958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915400" y="3913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915400" y="42428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915400" y="4626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915400" y="4956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915400" y="53400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915400" y="56692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mo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915400" y="60533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(2024–25)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BUILD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Steps to Build the Dashboard in Power BI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007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&amp; Clean Data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CSV/XLSX via Get Data. Fix data types (dates as Date, scores/cost as Decimal). Handle blanks in PostTrainingScore in Power Query.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7373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7007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Data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2860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single flat table, or split into Fact_Training + Dim tables. Build a Date table and mark it as the official Date table.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7373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17007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Calculated Columns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2860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row-level fields for filtering/grouping: Score Improvement, Enrollment Month, Outcome Flag, Cost Bucket.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2153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DAX Measures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8006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measures: Completion Rate %, Avg Score Improvement, Avg Satisfaction, Total Cost, Cost per Completion.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40690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42519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42153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the Report Page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8006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KPI cards, bar/column charts, a matrix, and slicers. Apply a consistent theme and clear titles.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40690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2519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2153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15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Format &amp; Publish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006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slicer interactions, format numbers/currency, add tooltips, test mobile layout, then publish.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DATA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Columns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columns added in Power BI to enable grouping, filtering, and conditional formatting.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82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Improvement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improvement histogram &amp; top-programs ranking.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1691640"/>
            <a:ext cx="8321040" cy="896112"/>
          </a:xfrm>
          <a:prstGeom prst="roundRect">
            <a:avLst>
              <a:gd name="adj" fmla="val 4082"/>
            </a:avLst>
          </a:prstGeom>
          <a:solidFill>
            <a:srgbClr val="0F2B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46120" y="1728216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Improvement =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IF(ISBLANK('Training'[PostTrainingScore]), BLANK(),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'Training'[PostTrainingScore] - 'Training'[PreTrainingScore])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Month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00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monthly enrollment trend line &amp; slicer.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2880360"/>
            <a:ext cx="8321040" cy="896112"/>
          </a:xfrm>
          <a:prstGeom prst="roundRect">
            <a:avLst>
              <a:gd name="adj" fmla="val 4082"/>
            </a:avLst>
          </a:prstGeom>
          <a:solidFill>
            <a:srgbClr val="0F2B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46120" y="2916936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 Month =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FORMAT('Training'[EnrollmentDate], "MMM YYYY")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599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Flag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389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status into a 3-tier label for KPI icons/colors.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4069080"/>
            <a:ext cx="8321040" cy="896112"/>
          </a:xfrm>
          <a:prstGeom prst="roundRect">
            <a:avLst>
              <a:gd name="adj" fmla="val 4082"/>
            </a:avLst>
          </a:prstGeom>
          <a:solidFill>
            <a:srgbClr val="0F2B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46120" y="4105656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 Flag =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SWITCH('Training'[CompletionStatus],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"Completed","On Track","Dropped","At Risk","In Progress")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F4F8F8"/>
          </a:solidFill>
          <a:ln w="12700">
            <a:solidFill>
              <a:srgbClr val="DCE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2486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15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Bucket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577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spend into bands for the cost-distribution chart.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5257800"/>
            <a:ext cx="8321040" cy="896112"/>
          </a:xfrm>
          <a:prstGeom prst="roundRect">
            <a:avLst>
              <a:gd name="adj" fmla="val 4082"/>
            </a:avLst>
          </a:prstGeom>
          <a:solidFill>
            <a:srgbClr val="0F2B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46120" y="5294376"/>
            <a:ext cx="8092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Bucket =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IF('Training'[TrainingCost_INR]&lt;200,"Low",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IF('Training'[TrainingCost_INR]&lt;400,"Medium","High"))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DATA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DAX Measures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aggregate across whatever filters/slicers are applied — used directly on KPI cards and charts.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2B2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%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842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 Rate % =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CALCULATE(COUNTROWS('Training'), 'Training'[CompletionStatus]="Completed"),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COUNTROWS('Training'))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2B2C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6916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Improvement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9842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Score Improvement =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AVERAGE('Training'[Score Improvement])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2B2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918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844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Satisfaction =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AVERAGE('Training'[SatisfactionRating])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32004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2B2C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2918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Cost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5844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Training Cost =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SUM('Training'[TrainingCost_INR])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2B2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920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Completion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1846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per Completion =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Training Cost],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CALCULATE(COUNTROWS('Training'), 'Training'[CompletionStatus]="Completed"))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48006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0F2B2C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8920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Rate %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5184648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Drop-off Rate % =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CALCULATE(COUNTROWS('Training'), 'Training'[CompletionStatus]="Dropped"),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COUNTROWS('Training'))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REPORT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&amp; Visual Specifications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197153"/>
              </p:ext>
            </p:extLst>
          </p:nvPr>
        </p:nvGraphicFramePr>
        <p:xfrm>
          <a:off x="548640" y="1280160"/>
          <a:ext cx="11064240" cy="518464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Cards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Rate %, Avg Improvement, Avg Satisfaction, Total Cost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At-a-glance headline metrics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Trend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Month (X) vs Count of EmployeeID (Y)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enrollment volume over time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by Dept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Clustered bar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(Y) vs Completion Rate % (X)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departments' completion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by Program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TrainingProgram (X) vs Avg Score Improvement (Y)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programs by learning gain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vs Improvement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TrainingCost_INR (X), Score Improvement (Y), Program (legend)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cost-effective programs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Breakdown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CompletionStatus, Count of EmployeeID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Completed/In Progress/Dropped mix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 Matrix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Matrix/Table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Department, Region, Program, all key measures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Drill-down for analysts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Slicers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Region, Department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1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users filter the whole page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REPORT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Page Layout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Region ▾ ]  [ Department ▾ ]  [ Date Range ▾ 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66E7AF2-0868-ABC4-C84E-EA87FD278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653" y="1349267"/>
            <a:ext cx="10212404" cy="49649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Findings &amp; Insights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5,000-row generated dataset (illustrates the kind of storytelling this dashboard supports).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01586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77.1%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completion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015864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+4.27 pts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74720" y="2212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improvement 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01586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3.42 / 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63640" y="2212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 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15400" y="160020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015864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₹15.4L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52560" y="22128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spend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8346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Essentials and Cloud Computing Basics produced the highest average score gains (~22 pts), while Communication Skills trailed slightly (~21.2 pts) — gains are fairly even across programs.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F0A20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6576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and Finance have the highest completion rates (~79%), while HR is lowest (~74%) — a possible signal to review HR scheduling or workload conflicts.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4805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dropped out rated satisfaction far lower on average (2.65/5) than those who completed (4.07/5), reinforcing that early engagement drives both completion and sentiment.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F0A20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349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53035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Excellence, Leadership Essentials, and Python for Data Analysis are the top 3 programs by enrollment (500+ each), indicating strong demand to plan capacity around.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5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Demonstrates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47672"/>
            <a:ext cx="164592" cy="164592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80136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workflow: raw data → Power Query cleanup → data model → DAX → visual storytelling.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724912"/>
            <a:ext cx="164592" cy="164592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57860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use of calculated columns vs. measures, and when to use each.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502152"/>
            <a:ext cx="164592" cy="164592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35584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framing: every chart ties back to a real L&amp;D decision (completion, cost, satisfaction).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279392"/>
            <a:ext cx="164592" cy="164592"/>
          </a:xfrm>
          <a:prstGeom prst="rect">
            <a:avLst/>
          </a:prstGeom>
          <a:solidFill>
            <a:srgbClr val="F0A20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413308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training completion is strong (77%) and effective (+21.7 avg pts), but HR completion and early drop-off satisfaction are clear areas to act 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10881360" cy="0"/>
          </a:xfrm>
          <a:prstGeom prst="line">
            <a:avLst/>
          </a:prstGeom>
          <a:noFill/>
          <a:ln w="12700">
            <a:solidFill>
              <a:srgbClr val="2E6E7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5440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AF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line: “Built an end-to-end Power BI dashboard analyzing training effectiveness across 5,000 employee records — designed calculated columns and DAX measures to track completion rate, score improvement, and training ROI.”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Effectiveness Dashboard  |  Power BI Project Walkthrough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10</TotalTime>
  <Words>1337</Words>
  <Application>Microsoft Office PowerPoint</Application>
  <PresentationFormat>Widescreen</PresentationFormat>
  <Paragraphs>231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</vt:lpstr>
      <vt:lpstr>Century Gothic</vt:lpstr>
      <vt:lpstr>Courier New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Susha S</cp:lastModifiedBy>
  <cp:revision>2</cp:revision>
  <dcterms:created xsi:type="dcterms:W3CDTF">2026-09-15T04:44:44Z</dcterms:created>
  <dcterms:modified xsi:type="dcterms:W3CDTF">2026-09-30T01:23:11Z</dcterms:modified>
</cp:coreProperties>
</file>